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-91440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2860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実践シリーズ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 / Cowork / Code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の正しい使い分け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463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「どれも使えるから迷ってた」を「目的で選べる」に変える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対象：Claude ユーザー全員  |  所要時間：約20分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アジェンダ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859536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64008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07008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71016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本講義の GOAL / TO BE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7276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今回の講義で獲得できることを確認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65960"/>
            <a:ext cx="64008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65960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29968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みんなが感じる疑問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33172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3つって結局何が違うの？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859536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24912"/>
            <a:ext cx="64008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24912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788920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3つの違いの本質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0906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できるできないじゃない、深さと広さの差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83864"/>
            <a:ext cx="64008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83864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547872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料理の例えで理解する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84962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ChatはレシピBot、CoworkはアシスタントAI、CodeはプロのAIシェフ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42816"/>
            <a:ext cx="8595360" cy="667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42816"/>
            <a:ext cx="64008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42816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306824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使い分けの判断軸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60857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タスクの性質で迷わず選ぶための基準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本講義の GOAL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"どれも使えるから迷ってた" を "目的で選べる" に変える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7432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121408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1214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違いを説明できる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3つの役割の本質を理解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深さと広さの差を把握する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011680"/>
            <a:ext cx="27432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0116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121408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1214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使い分けができる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456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場面に応じた即時判断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タスクの性質で選択できる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011680"/>
            <a:ext cx="27432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0116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2121408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1214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自信を持って使える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4564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迷わずツールを選べる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作業効率が大きく上がる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本講義の TO BE　—— 講義終了後にできている状態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82296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Chat・Cowork・Code の役割の違いを3文で説明できる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92808"/>
            <a:ext cx="82296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9280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189280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自分のタスクに最適なツールを即座に選べる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51176"/>
            <a:ext cx="82296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5117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255117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料理の例えで3つの違いを誰かに説明できる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209544"/>
            <a:ext cx="8595360" cy="566928"/>
          </a:xfrm>
          <a:prstGeom prst="rect">
            <a:avLst/>
          </a:prstGeom>
          <a:solidFill>
            <a:srgbClr val="FFF8E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09544"/>
            <a:ext cx="82296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0954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320954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今日から1週間、3つのツールを意識して使い分けてみる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011680"/>
            <a:ext cx="2743200" cy="2743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みんなが感じる疑問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645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3つって結局何が違うの？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誰もが一度は思う疑問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「Chat・Cowork・Code、この3つって結局何が違うの？」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859536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228600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286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2176272"/>
            <a:ext cx="7827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ChatでもプログラムやコードをArtifactで書ける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99923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2889504"/>
            <a:ext cx="7827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CoworkでもファイルをPythonで作成・編集できる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602736"/>
            <a:ext cx="859536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3712464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712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" y="3602736"/>
            <a:ext cx="7827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CodeでもチャットしながらAIに相談できる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どれもコードを書けるし、ファイルも作れるし、相談もできる。同じじゃないの？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なぜ混乱するのか？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6400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「できるできない」で考えると3つが同じに見えてしまう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2140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どれも「できる」は本当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チャットでコードを書かせることも、Coworkでスクリプトを走らせることも技術的には可能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44368"/>
            <a:ext cx="8595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4436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知識レベルは3つとも同じ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ChatもCoworkもCodeも同じClaudeのAI。持っている知識・賢さに差はない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67328"/>
            <a:ext cx="8595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6732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機能の境界線がわかりにくい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Artifactでファイル作成、Coworkでも同様。一見すると区別がつかない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011680"/>
            <a:ext cx="2743200" cy="2743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3つの違いの本質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645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できるできないじゃない、深さと広さの差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違いの本質——「どこまで深く広くやれるか」の差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できるできないではなく、「どこまで深く・広くやれるか」の差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11680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665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06654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考える・相談する（人間が主導）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「こんなことできる？」「どうすれば良い？」という思考整理や相談が得意。AIはアドバイザー。実行するのは人間。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53512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00837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あなたの代わりに作業する（AI が主導）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ファイルの作成・整理・共有など、パソコン上の作業を任せられる。構成や手順をAIが判断して実行する。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95344"/>
            <a:ext cx="8595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95344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50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950208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深く・広く・本格的に開発する（AI がフル実行）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設計からコーディング・テスト・デプロイまで、ターミナル上でプロレベルの開発作業を一気通貫で行う。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011680"/>
            <a:ext cx="2743200" cy="2743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料理の例えで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理解する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645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ChatはレシピBot、CoworkはアシスタントAI、CodeはAIシェフ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料理の例えで3つの違いをつかむ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知識レベルはすべて同じ。違いは「どこで・どこまで動くか」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74520"/>
            <a:ext cx="118872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74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レシピを教える人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2004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「こう作るといい」と説明してくれる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62102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キッチン（PC）には立たない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40416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実際に調理するのはあなた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44622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会話の中だけで完結する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7373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7373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1874520"/>
            <a:ext cx="11887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874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アシスタント（家に来る）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2004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あなたの家のキッチンで作業する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62102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冷蔵庫を開けて食材を整理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40416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買い物リストも作ってくれる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44622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簡単な料理はするが、プロではない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7373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7373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1874520"/>
            <a:ext cx="1188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1874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プロのシェフ（厨房を任せる）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2004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あなたの厨房に入って全部やる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362102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レシピを考えて調理して盛り付け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40416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厨房ターミナルに特化した作業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44622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設計から完成まで一気通貫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vs Cowork　— キッチンに入るかどうか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416052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4160520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レシピ（手順・アドバイス）を教えてくれる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41605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042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キッチン（あなたのPC）には立たない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977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実際に作業するのは常にあなた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1605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552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画像・PDF を読み込んでの相談もできる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30752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075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Web 検索で最新情報も調べられる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41605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向いている場面: 考える・調べる・相談する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234440"/>
            <a:ext cx="416052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234440"/>
            <a:ext cx="41605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344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2880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あなたのPCに入り込んで作業する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04288"/>
            <a:ext cx="41605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0428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ファイル作成・編集・整理を自律実行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779776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7977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買い物リスト = タスクを自分で構成する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255264"/>
            <a:ext cx="41605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5526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アプリの操作など非開発作業が得意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730752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3075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簡単な自動化スクリプトも作れる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206240"/>
            <a:ext cx="41605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20624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 向いている場面: ファイル整理・資料作成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　— プロのシェフに厨房を任せる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プロのシェフとしてあなたの厨房（ターミナル）に入って、レシピを考え・調理し・盛り付けまで全部やる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23774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2340864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一気通貫で開発できる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596896"/>
            <a:ext cx="7827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設計・コーディング・テスト・デプロイまで、すべてをターミナルで連続実行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30358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035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2999232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ターミナル特化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3255264"/>
            <a:ext cx="7827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Code・CLI・Git など開発ツールと直接連携。ファイルシステムへのフルアクセス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859536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36941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3657600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開発者向けの必然性がある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3913632"/>
            <a:ext cx="7827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自動化・ビルド・本格的なアプリ開発など、深い技術作業を任せられる唯一の選択肢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6110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43525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" y="4315968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知識は Chat と同じ、行動が違う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" y="4572000"/>
            <a:ext cx="7827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 Claude の知性を使いながら、行動できる範囲・深さが圧倒的に広い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011680"/>
            <a:ext cx="2743200" cy="2743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使い分けの判断軸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645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タスクの性質で迷わず選ぶ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3製品の特徴比較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011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234440"/>
            <a:ext cx="21488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23444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21488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23444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234440"/>
            <a:ext cx="21488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23444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8595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1737360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737360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737360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373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AIの動き方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17373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回答・アドバイス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17373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PC上で自律作業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ターミナルでフル実行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26771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2267712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2267712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2267712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2677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主導権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226771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人間が主導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226771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AIが主導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226771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AIがフル主導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798064"/>
            <a:ext cx="8595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2798064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2798064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2798064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7980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ファイル操作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77440" y="2798064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説明のみ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2798064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OK（自動実行）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2798064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OK（深いレベル）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31720" y="3328416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0" y="3328416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3328416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3284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コード実行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77440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Artifactで表示のみ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簡易スクリプトOK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本格開発・デプロイ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858768"/>
            <a:ext cx="8595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31720" y="3858768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3858768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3858768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858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77440" y="3858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0" y="3858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非エンジニア中心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66560" y="38587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38912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31720" y="4389120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26280" y="4389120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20840" y="4389120"/>
            <a:ext cx="0" cy="4754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3891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操作難易度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377440" y="438912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易しい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0" y="438912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中程度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66560" y="438912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やや難しい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使い分けの分岐点——どれを選ぶか？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234440"/>
            <a:ext cx="27432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タスクが発生した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4023360" cy="548640"/>
          </a:xfrm>
          <a:prstGeom prst="rect">
            <a:avLst/>
          </a:prstGeom>
          <a:solidFill>
            <a:srgbClr val="C4B5F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AIに「考えて・調べて・教えて」だけでOK？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377440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2103120"/>
            <a:ext cx="10972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103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944368"/>
            <a:ext cx="45720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9443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非エンジニアでも扱える作業？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ファイル・資料・アプリ操作が中心？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3218688"/>
            <a:ext cx="9144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081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2944368"/>
            <a:ext cx="10972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94436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5196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822192"/>
            <a:ext cx="402336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822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本格開発・ターミナル作業が必要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114800"/>
            <a:ext cx="1188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3822192"/>
            <a:ext cx="10972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82219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場面別ユースケース——どんな時に何を使う？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85953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100584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61872"/>
            <a:ext cx="1005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35331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資料の内容についてアドバイスをもらいたい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ExcelのVBA式について教えてほしい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アイデアをブレインストーミングしたい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96312"/>
            <a:ext cx="1005840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96312"/>
            <a:ext cx="1005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5877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Slackのメッセージをまとめてレポートにしたい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9352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大量のファイルを整理・リネームしたい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28269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Notionに会議メモを自動で整理してほしい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730752"/>
            <a:ext cx="85953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730752"/>
            <a:ext cx="100584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30752"/>
            <a:ext cx="1005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8221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Webアプリを設計からデプロイまで作りたい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416966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API連携のスクリプトをゼロから開発したい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51713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バグを特定してコードを修正してほしい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完了チェックリスト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039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32588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34440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Chat・Cowork・Codeの役割の違いを説明できる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9842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1892808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「どこまで深く広くやれるか」の差として理解できた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26426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551176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料理の例え（レシピBot・アシスタント・シェフ）で説明できる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330098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209544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場面に応じて3つのどれを選ぶか判断できる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867912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395935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3867912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今日から意識して使い分けてみる気持ちになっている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次回への導線  ＆  宿題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875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宿題 ]  今日から1週間、使い分けを意識する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8046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「これはChat？Cowork？Code？」と自問してからツールを選ぶ習慣をつけよう。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最初は時間がかかってもOK。判断の感覚は1週間で身につく。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50592"/>
            <a:ext cx="8595360" cy="475488"/>
          </a:xfrm>
          <a:prstGeom prst="rect">
            <a:avLst/>
          </a:prstGeom>
          <a:solidFill>
            <a:srgbClr val="263347"/>
          </a:solidFill>
          <a:ln w="12700">
            <a:solidFill>
              <a:srgbClr val="2633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250545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505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本日の講義内容を復習する（料理の例えをもう一度確認）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99232"/>
            <a:ext cx="8595360" cy="475488"/>
          </a:xfrm>
          <a:prstGeom prst="rect">
            <a:avLst/>
          </a:prstGeom>
          <a:solidFill>
            <a:srgbClr val="263347"/>
          </a:solidFill>
          <a:ln w="12700">
            <a:solidFill>
              <a:srgbClr val="2633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305409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9923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Chat・Cowork・Codeをそれぞれ1回ずつ意識して使ってみる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8595360" cy="475488"/>
          </a:xfrm>
          <a:prstGeom prst="rect">
            <a:avLst/>
          </a:prstGeom>
          <a:solidFill>
            <a:srgbClr val="263347"/>
          </a:solidFill>
          <a:ln w="12700">
            <a:solidFill>
              <a:srgbClr val="2633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60273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54787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使い分けで迷ったメモをとっておく（次回の質問材料に）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85953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" y="415137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09651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次回講義: 「Cowork 実践——ファイル整理・資料作成を任せる」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TIPS：迷ったときは Chat で「このタスク、Chat・Cowork・Code どれが最適？」と聞くのが一番早い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Chat・Cowork・Codeの正しい使い分け</dc:title>
  <dc:subject>PptxGenJS Presentation</dc:subject>
  <dc:creator>PptxGenJS</dc:creator>
  <cp:lastModifiedBy>PptxGenJS</cp:lastModifiedBy>
  <cp:revision>1</cp:revision>
  <dcterms:created xsi:type="dcterms:W3CDTF">2026-04-03T00:05:06Z</dcterms:created>
  <dcterms:modified xsi:type="dcterms:W3CDTF">2026-04-03T00:05:06Z</dcterms:modified>
</cp:coreProperties>
</file>